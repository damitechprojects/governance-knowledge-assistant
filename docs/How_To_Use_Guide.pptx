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[Your Agent Name]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all [bracketed text] with your details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" cy="365760"/>
          </a:xfrm>
          <a:prstGeom prst="ellipse">
            <a:avLst/>
          </a:prstGeom>
          <a:solidFill>
            <a:srgbClr val="6C8C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704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55448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6002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[Describe your agent in 1 to 2 sentences. Example: An AI assistant that searches your governance documents and regulatory websites to answer company secretarial queries in seconds, with source citations.]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access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944368"/>
            <a:ext cx="219456" cy="219456"/>
          </a:xfrm>
          <a:prstGeom prst="ellipse">
            <a:avLst/>
          </a:prstGeom>
          <a:solidFill>
            <a:srgbClr val="6C8C7C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944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[Step 1: e.g. Open Microsoft Teams]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3236976"/>
            <a:ext cx="219456" cy="219456"/>
          </a:xfrm>
          <a:prstGeom prst="ellipse">
            <a:avLst/>
          </a:prstGeom>
          <a:solidFill>
            <a:srgbClr val="6C8C7C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3236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[Step 2: e.g. Search for the agent name in the app bar]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3529584"/>
            <a:ext cx="219456" cy="219456"/>
          </a:xfrm>
          <a:prstGeom prst="ellipse">
            <a:avLst/>
          </a:prstGeom>
          <a:solidFill>
            <a:srgbClr val="6C8C7C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5295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3511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[Step 3: e.g. Click Add to install]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3822192"/>
            <a:ext cx="219456" cy="219456"/>
          </a:xfrm>
          <a:prstGeom prst="ellipse">
            <a:avLst/>
          </a:prstGeom>
          <a:solidFill>
            <a:srgbClr val="6C8C7C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38221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[Step 4: e.g. Type your question and press Enter]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109728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0" y="1097280"/>
            <a:ext cx="4023360" cy="292608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143000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74920" y="1097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64608" y="1444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[e.g. Be specific with names, dates, and amounts]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4864608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[e.g. Check the cited sources before relying on answers]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864608" y="1938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[e.g. Give feedback using the thumbs up/down buttons]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754880" y="23774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754880" y="2377440"/>
            <a:ext cx="4023360" cy="292608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423160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074920" y="2377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864608" y="27249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[e.g. Share responses externally without reviewing first]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4864608" y="2971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[e.g. Treat responses as legal/professional advice]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4864608" y="32186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[e.g. Input personal data or confidential information]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754880" y="36576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754880" y="3657600"/>
            <a:ext cx="4023360" cy="292608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703320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074920" y="3657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4864608" y="4005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[e.g. Reference the document name if you know it]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4864608" y="4251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[e.g. Ask one question at a time for best results]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44" name="Text 3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9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[Your name / team]  |  [Contact details]  |  Template: replace all bracketed text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Your AI Agent (Template)</dc:title>
  <dc:subject>PptxGenJS Presentation</dc:subject>
  <dc:creator>PptxGenJS</dc:creator>
  <cp:lastModifiedBy>PptxGenJS</cp:lastModifiedBy>
  <cp:revision>1</cp:revision>
  <dcterms:created xsi:type="dcterms:W3CDTF">2026-03-05T21:06:55Z</dcterms:created>
  <dcterms:modified xsi:type="dcterms:W3CDTF">2026-03-05T21:06:55Z</dcterms:modified>
</cp:coreProperties>
</file>